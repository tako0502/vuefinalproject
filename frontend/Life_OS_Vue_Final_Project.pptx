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Life OS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Your Personal Productivity Command Center</a:t>
            </a:r>
          </a:p>
          <a:p>
            <a:r>
              <a:t>Vue 3 Final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Single-page productivity application</a:t>
            </a:r>
          </a:p>
          <a:p>
            <a:pPr lvl="1"/>
            <a:r>
              <a:t>Helps users manage daily tasks and planning</a:t>
            </a:r>
          </a:p>
          <a:p>
            <a:pPr lvl="1"/>
            <a:r>
              <a:t>Dashboard, Planner, and Settings modules</a:t>
            </a:r>
          </a:p>
          <a:p>
            <a:pPr lvl="1"/>
            <a:r>
              <a:t>Built with modern Vue 3 ecosystem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Vue 3 (Composition API)</a:t>
            </a:r>
          </a:p>
          <a:p>
            <a:pPr lvl="1"/>
            <a:r>
              <a:t>Vite (build tool)</a:t>
            </a:r>
          </a:p>
          <a:p>
            <a:pPr lvl="1"/>
            <a:r>
              <a:t>Pinia (state management)</a:t>
            </a:r>
          </a:p>
          <a:p>
            <a:pPr lvl="1"/>
            <a:r>
              <a:t>Vue Router 4</a:t>
            </a:r>
          </a:p>
          <a:p>
            <a:pPr lvl="1"/>
            <a:r>
              <a:t>Lucide Icons, Vitest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Authentication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Secure login page</a:t>
            </a:r>
          </a:p>
          <a:p>
            <a:pPr lvl="1"/>
            <a:r>
              <a:t>Protected routes for authenticated users</a:t>
            </a:r>
          </a:p>
          <a:p>
            <a:pPr lvl="1"/>
            <a:r>
              <a:t>Guest vs user access control</a:t>
            </a:r>
          </a:p>
          <a:p>
            <a:pPr lvl="1"/>
            <a:r>
              <a:t>Global navigation guards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Main landing page after login</a:t>
            </a:r>
          </a:p>
          <a:p>
            <a:pPr lvl="1"/>
            <a:r>
              <a:t>Central productivity overview</a:t>
            </a:r>
          </a:p>
          <a:p>
            <a:pPr lvl="1"/>
            <a:r>
              <a:t>Quick access to planner and settings</a:t>
            </a:r>
          </a:p>
          <a:p>
            <a:pPr lvl="1"/>
            <a:r>
              <a:t>Improves user navigation flow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Planner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List view of planned items</a:t>
            </a:r>
          </a:p>
          <a:p>
            <a:pPr lvl="1"/>
            <a:r>
              <a:t>Dynamic date-based routing</a:t>
            </a:r>
          </a:p>
          <a:p>
            <a:pPr lvl="1"/>
            <a:r>
              <a:t>Route format: /planner/:date</a:t>
            </a:r>
          </a:p>
          <a:p>
            <a:pPr lvl="1"/>
            <a:r>
              <a:t>Focused daily planning experience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Settings &amp; Customization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Nested routing structure</a:t>
            </a:r>
          </a:p>
          <a:p>
            <a:pPr lvl="1"/>
            <a:r>
              <a:t>Profile management section</a:t>
            </a:r>
          </a:p>
          <a:p>
            <a:pPr lvl="1"/>
            <a:r>
              <a:t>User preferences configuration</a:t>
            </a:r>
          </a:p>
          <a:p>
            <a:pPr lvl="1"/>
            <a:r>
              <a:t>Clean and scalable navigation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Global Notifications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Toast-based user feedback</a:t>
            </a:r>
          </a:p>
          <a:p>
            <a:pPr lvl="1"/>
            <a:r>
              <a:t>Accessible from any component</a:t>
            </a:r>
          </a:p>
          <a:p>
            <a:pPr lvl="1"/>
            <a:r>
              <a:t>Implemented using provide / inject</a:t>
            </a:r>
          </a:p>
          <a:p>
            <a:pPr lvl="1"/>
            <a:r>
              <a:t>Managed in App.vue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Vue 3 &lt;script setup&gt; syntax</a:t>
            </a:r>
          </a:p>
          <a:p>
            <a:pPr lvl="1"/>
            <a:r>
              <a:t>Reactive state with ref and computed</a:t>
            </a:r>
          </a:p>
          <a:p>
            <a:pPr lvl="1"/>
            <a:r>
              <a:t>Lazy-loaded routes</a:t>
            </a:r>
          </a:p>
          <a:p>
            <a:pPr lvl="1"/>
            <a:r>
              <a:t>404 catch-all route and transitions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components – reusable UI elements</a:t>
            </a:r>
          </a:p>
          <a:p>
            <a:pPr lvl="1"/>
            <a:r>
              <a:t>views – main application pages</a:t>
            </a:r>
          </a:p>
          <a:p>
            <a:pPr lvl="1"/>
            <a:r>
              <a:t>router – route definitions and guards</a:t>
            </a:r>
          </a:p>
          <a:p>
            <a:pPr lvl="1"/>
            <a:r>
              <a:t>stores – Pinia state management</a:t>
            </a:r>
          </a:p>
          <a:p>
            <a:pPr lvl="1"/>
            <a:r>
              <a:t>App.vue – root component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Demonstrates modern Vue 3 development</a:t>
            </a:r>
          </a:p>
          <a:p>
            <a:pPr lvl="1"/>
            <a:r>
              <a:t>Clean routing and state architecture</a:t>
            </a:r>
          </a:p>
          <a:p>
            <a:pPr lvl="1"/>
            <a:r>
              <a:t>Scalable and maintainable SPA</a:t>
            </a:r>
          </a:p>
          <a:p>
            <a:pPr lvl="1"/>
            <a:r>
              <a:t>Meets all final project requirements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